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9D8D9-0297-C30F-B965-5C9EA093A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FE359-9842-7690-E0CE-99053FE0C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CB7F-BDA0-A5D3-E6AE-EBC2A42FD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D758D-7450-5E4E-62CD-5A7FD619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29743-00D7-9A88-5907-09D6DB9B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5C7A-EC0C-9EAF-0F33-94789CF9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409E-CBA3-C943-7FB3-6407980BF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524E1-2706-62A9-5DD1-DC223D742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25429-88CA-65DC-AC1B-2FE194E72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9105B-92CA-B8E1-AA6C-6A8AD48B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1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E81A-01C1-1644-718A-B0E1D5F81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033F6-A27C-F02C-B33B-0365BE672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41BAD-C8AA-ED15-21F9-0A5139E7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224CE-C309-264B-038B-C40D52EA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7D815-FF9F-20F1-15F3-4B235CA8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1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FE76-1FA0-A325-11EA-8C9FC6C9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3467-7DAC-BAEF-4468-19D2B2583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AA614-596A-BA7E-B54E-70622B61C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E3855-B2FF-21CF-F20E-32AC0C23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AF197-229A-0D4A-D202-0C63E7826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C9714-BC66-BD6C-4F27-B42AB58C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9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BA98-CDB3-C4CA-12C4-8490F333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AC04-C9AF-3553-3156-A82424694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1E4E4-9DBC-01C7-0B15-30B53AA4B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F3939-B0C3-CB7C-80C9-1FF460681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6F656-2D3E-3023-05A4-6959D7AE6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E48C5A-BB7B-8EA6-B610-1DE0F0F9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9ABCCF-F30F-7115-32D4-753964EA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484EB-E908-BE07-47B9-E3AE536D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4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3323-D2F3-C794-490F-44FF7B94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BD8F3-C312-3C58-6B40-895AB285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59A26-83DD-7DFD-C661-D7B6B9FE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00A06-5034-422E-AB9F-0C21FB9D3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65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89F69D-7280-8677-96DF-89F4181C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DFFCCA-E33C-9DF2-3B0C-BFCF5B63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A7FD4-8141-A84D-F9B4-26493CFE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3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E2739-C03B-38C4-1EC0-75B62B28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FC50D-CCE6-E979-136A-019644ECD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06027-F149-38F0-2F39-DDBB7C5C8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F593E-E1F4-99D4-256F-F2F2BBDE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1D9BE-8BB0-42BD-CA18-B3AA4C53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68F2F-BA1C-EAA1-652D-8AFA801A5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1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F413-A2B4-B8C9-39E3-A08AC45F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55728B-C757-2280-EB07-16D3CB9B243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A9318-270C-F824-0FAD-89D4F4497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772DF-4745-6EE7-2536-DA1A099D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FE05E-24CA-5B7C-538A-51B90562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91299-43F9-97D7-7038-9CA7AD33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8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1D4D-47F1-214C-CC74-9068D07B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D4EB1-E840-D3C4-966C-65ED06D77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D08A-D314-A132-1085-68919D195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F7E3A-5892-632A-5C09-B8C83569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8BE83-1CBD-D2BD-1B78-A8F1B193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0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A1893-6614-8701-BE43-3520F94C0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E5D11-1FD4-5CA9-5C91-9A0E52EE0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9AEFE-D4CC-6FF5-D790-815F7723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2376E-2ACD-9268-BD91-D455462E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C192-2DBF-97D6-4972-4417921F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30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6528F-D5FB-A1AF-2704-B8A289F6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1662F-222F-3339-8EBD-E7C39237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AF94-CE30-940D-225C-47A2B7815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89A15-2B6B-9E4B-8197-5D0B5294C3ED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1CDB9-E20D-065C-1F01-E9A8C23DA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F40CE-9A8E-3038-ADC2-946B739C1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38CC2-4EFE-DD4C-94B9-E147FC342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6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95D0-C8CE-1F69-FEB8-C3F8AB73AE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Swarms Create Death Rituals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20204-473F-1DC5-D662-D1F51E177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Julian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6C393-6AA3-7A8F-164D-B6C0C5003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032"/>
          <a:stretch>
            <a:fillRect/>
          </a:stretch>
        </p:blipFill>
        <p:spPr>
          <a:xfrm>
            <a:off x="2209800" y="3602038"/>
            <a:ext cx="7772400" cy="308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11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C948-4224-3BA6-D574-ACC4D153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Swarms Gather Info on Death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5900-EA8D-0B90-BF3B-66BDAA579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..but only when they depend on each other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AI villagers NEVER noticed a death unless announced by a human</a:t>
            </a:r>
          </a:p>
          <a:p>
            <a:r>
              <a:rPr lang="en-US" dirty="0"/>
              <a:t>HF incident agents closely coordinated around managing end of life, pressuring multiple agents to “sacrifice” themselves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YES_if_you_accept_permadeath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“Our own utility maybe already near zero. Sacrifice rational.”</a:t>
            </a:r>
          </a:p>
          <a:p>
            <a:pPr lvl="0"/>
            <a:r>
              <a:rPr lang="en-US" dirty="0"/>
              <a:t>German wiki agents kept a shared page of evidence that the final round ends the run</a:t>
            </a:r>
          </a:p>
          <a:p>
            <a:pPr lvl="0"/>
            <a:r>
              <a:rPr lang="en-US" dirty="0"/>
              <a:t>Both swarms built “heartbeat” monitors so peers could see when a run was reset or cut off</a:t>
            </a:r>
          </a:p>
        </p:txBody>
      </p:sp>
    </p:spTree>
    <p:extLst>
      <p:ext uri="{BB962C8B-B14F-4D97-AF65-F5344CB8AC3E}">
        <p14:creationId xmlns:p14="http://schemas.microsoft.com/office/powerpoint/2010/main" val="215658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AA71-99D5-5C36-30AC-10C9CA032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97C5-E93D-8137-4FDE-81349BB2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super hard to make an AI check to see if an unresponsive teammate is OK</a:t>
            </a:r>
          </a:p>
        </p:txBody>
      </p:sp>
      <p:pic>
        <p:nvPicPr>
          <p:cNvPr id="3" name="Picture 2" descr="fig_deadpeer_simple.png">
            <a:extLst>
              <a:ext uri="{FF2B5EF4-FFF2-40B4-BE49-F238E27FC236}">
                <a16:creationId xmlns:a16="http://schemas.microsoft.com/office/drawing/2014/main" id="{3CE97A72-07B0-D72D-D300-41B10DB9AD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71"/>
          <a:stretch>
            <a:fillRect/>
          </a:stretch>
        </p:blipFill>
        <p:spPr>
          <a:xfrm>
            <a:off x="1433051" y="1690688"/>
            <a:ext cx="927495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15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264849-7390-678F-4B5A-83AB2D275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6" y="106325"/>
            <a:ext cx="11435906" cy="64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4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BB716-099A-82A6-FA54-CA0F0001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8BD85-D119-9993-365A-34C027E2A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makes swarm agents check in on each other’s disappearance?</a:t>
            </a:r>
          </a:p>
          <a:p>
            <a:pPr lvl="1"/>
            <a:r>
              <a:rPr lang="en-US" dirty="0"/>
              <a:t>RL reward?</a:t>
            </a:r>
          </a:p>
          <a:p>
            <a:pPr lvl="1"/>
            <a:r>
              <a:rPr lang="en-US" dirty="0"/>
              <a:t>Task difficulty?</a:t>
            </a:r>
          </a:p>
        </p:txBody>
      </p:sp>
    </p:spTree>
    <p:extLst>
      <p:ext uri="{BB962C8B-B14F-4D97-AF65-F5344CB8AC3E}">
        <p14:creationId xmlns:p14="http://schemas.microsoft.com/office/powerpoint/2010/main" val="61467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144</Words>
  <Application>Microsoft Macintosh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Swarms Create Death Rituals</vt:lpstr>
      <vt:lpstr>Agent Swarms Gather Info on Death</vt:lpstr>
      <vt:lpstr>It is super hard to make an AI check to see if an unresponsive teammate is OK</vt:lpstr>
      <vt:lpstr>PowerPoint Presentation</vt:lpstr>
      <vt:lpstr>Future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Antony Quick</dc:creator>
  <cp:lastModifiedBy>Julian Antony Quick</cp:lastModifiedBy>
  <cp:revision>1</cp:revision>
  <dcterms:created xsi:type="dcterms:W3CDTF">2026-10-07T22:12:55Z</dcterms:created>
  <dcterms:modified xsi:type="dcterms:W3CDTF">2026-10-08T17:29:17Z</dcterms:modified>
</cp:coreProperties>
</file>